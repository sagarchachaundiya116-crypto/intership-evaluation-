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5303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UNIVERSITY  |  GREATER NOIDA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7772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WEB DEVELOPMENT</a:t>
            </a:r>
            <a:br/>
            <a:r>
              <a:t>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DE6F1"/>
                </a:solidFill>
                <a:latin typeface="Aptos"/>
              </a:defRPr>
            </a:pPr>
            <a:r>
              <a:t>Internship Overview &amp; Learning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1371600" cy="64008"/>
          </a:xfrm>
          <a:prstGeom prst="rect">
            <a:avLst/>
          </a:prstGeom>
          <a:solidFill>
            <a:srgbClr val="D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Presented by: Sagar Chachondiya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E6F1"/>
                </a:solidFill>
                <a:latin typeface="Aptos"/>
              </a:defRPr>
            </a:pPr>
            <a:r>
              <a:t>Internship period: 31 July 2026 – 30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4C5D8"/>
                </a:solidFill>
                <a:latin typeface="Aptos"/>
              </a:defRPr>
            </a:pPr>
            <a:r>
              <a:t>Based on the provided Certificate of Achievement</a:t>
            </a:r>
          </a:p>
        </p:txBody>
      </p:sp>
      <p:pic>
        <p:nvPicPr>
          <p:cNvPr id="11" name="Picture 10" descr="1000168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225" y="164592"/>
            <a:ext cx="72986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A4C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283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2A4C"/>
                </a:solidFill>
                <a:latin typeface="Aptos"/>
              </a:defRPr>
            </a:pPr>
            <a:r>
              <a:t>UNIVERSITY  |  GREATER NOIDA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22860"/>
          </a:xfrm>
          <a:prstGeom prst="rect">
            <a:avLst/>
          </a:prstGeom>
          <a:solidFill>
            <a:srgbClr val="D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C"/>
                </a:solidFill>
                <a:latin typeface="Aptos"/>
              </a:defRPr>
            </a:pPr>
            <a:r>
              <a:t>Internship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0078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77381"/>
                </a:solidFill>
                <a:latin typeface="Aptos"/>
              </a:defRPr>
            </a:pPr>
            <a:r>
              <a:t>Key details from the certificate provided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5384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2A4C"/>
                </a:solidFill>
                <a:latin typeface="Aptos"/>
              </a:defRPr>
            </a:pPr>
            <a:r>
              <a:t>Sagar Chachondiya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860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50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5384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6148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2A4C"/>
                </a:solidFill>
                <a:latin typeface="Aptos"/>
              </a:defRPr>
            </a:pPr>
            <a:r>
              <a:t>Web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404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5384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2A4C"/>
                </a:solidFill>
                <a:latin typeface="Aptos"/>
              </a:defRPr>
            </a:pPr>
            <a:r>
              <a:t>31 Jul – 30 Aug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050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5384"/>
                </a:solidFill>
                <a:latin typeface="Aptos"/>
              </a:defRPr>
            </a:pPr>
            <a:r>
              <a:t>CERTIFICATE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159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2A4C"/>
                </a:solidFill>
                <a:latin typeface="Aptos"/>
              </a:defRPr>
            </a:pPr>
            <a:r>
              <a:t>THX-JUL3126-494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381"/>
                </a:solidFill>
                <a:latin typeface="Aptos"/>
              </a:defRPr>
            </a:pPr>
            <a:r>
              <a:t>WEB DEVELOPMENT INTERNSHIP  •  SAGAR CHACHONDIYA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5384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21" name="Picture 20" descr="1000168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225" y="164592"/>
            <a:ext cx="72986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A4C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283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2A4C"/>
                </a:solidFill>
                <a:latin typeface="Aptos"/>
              </a:defRPr>
            </a:pPr>
            <a:r>
              <a:t>UNIVERSITY  |  GREATER NOIDA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22860"/>
          </a:xfrm>
          <a:prstGeom prst="rect">
            <a:avLst/>
          </a:prstGeom>
          <a:solidFill>
            <a:srgbClr val="D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C"/>
                </a:solidFill>
                <a:latin typeface="Aptos"/>
              </a:defRPr>
            </a:pPr>
            <a:r>
              <a:t>What Is Web Development?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0078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77381"/>
                </a:solidFill>
                <a:latin typeface="Aptos"/>
              </a:defRPr>
            </a:pPr>
            <a:r>
              <a:t>A brief introduction to the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32D3A"/>
                </a:solidFill>
                <a:latin typeface="Aptos"/>
              </a:defRPr>
            </a:pPr>
            <a:r>
              <a:t>•  Building and maintaining websites and web applications.</a:t>
            </a:r>
          </a:p>
          <a:p>
            <a:pPr>
              <a:spcAft>
                <a:spcPts val="1600"/>
              </a:spcAft>
              <a:defRPr sz="2100">
                <a:solidFill>
                  <a:srgbClr val="232D3A"/>
                </a:solidFill>
                <a:latin typeface="Aptos"/>
              </a:defRPr>
            </a:pPr>
            <a:r>
              <a:t>•  Combines page structure, visual design, and interactive behaviour.</a:t>
            </a:r>
          </a:p>
          <a:p>
            <a:pPr>
              <a:spcAft>
                <a:spcPts val="1600"/>
              </a:spcAft>
              <a:defRPr sz="2100">
                <a:solidFill>
                  <a:srgbClr val="232D3A"/>
                </a:solidFill>
                <a:latin typeface="Aptos"/>
              </a:defRPr>
            </a:pPr>
            <a:r>
              <a:t>•  Helps people access information and services through a browser.</a:t>
            </a:r>
          </a:p>
          <a:p>
            <a:pPr>
              <a:spcAft>
                <a:spcPts val="1600"/>
              </a:spcAft>
              <a:defRPr sz="2100">
                <a:solidFill>
                  <a:srgbClr val="232D3A"/>
                </a:solidFill>
                <a:latin typeface="Aptos"/>
              </a:defRPr>
            </a:pPr>
            <a:r>
              <a:t>•  Often involves collaboration between design, development, and testing.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381"/>
                </a:solidFill>
                <a:latin typeface="Aptos"/>
              </a:defRPr>
            </a:pPr>
            <a:r>
              <a:t>WEB DEVELOPMENT INTERNSHIP  •  SAGAR CHACHONDIYA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5384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0" name="Picture 9" descr="1000168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225" y="164592"/>
            <a:ext cx="72986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A4C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283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2A4C"/>
                </a:solidFill>
                <a:latin typeface="Aptos"/>
              </a:defRPr>
            </a:pPr>
            <a:r>
              <a:t>UNIVERSITY  |  GREATER NOIDA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22860"/>
          </a:xfrm>
          <a:prstGeom prst="rect">
            <a:avLst/>
          </a:prstGeom>
          <a:solidFill>
            <a:srgbClr val="D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C"/>
                </a:solidFill>
                <a:latin typeface="Aptos"/>
              </a:defRPr>
            </a:pPr>
            <a:r>
              <a:t>Core Areas of Web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0078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77381"/>
                </a:solidFill>
                <a:latin typeface="Aptos"/>
              </a:defRPr>
            </a:pPr>
            <a:r>
              <a:t>Common concepts relevant to a web development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20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5A64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A4C"/>
                </a:solidFill>
                <a:latin typeface="Aptos"/>
              </a:defRPr>
            </a:pPr>
            <a:r>
              <a:t>Front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5760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•  HTML — page structure</a:t>
            </a:r>
          </a:p>
          <a:p>
            <a:pPr>
              <a:spcAft>
                <a:spcPts val="16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•  CSS — layout and styling</a:t>
            </a:r>
          </a:p>
          <a:p>
            <a:pPr>
              <a:spcAft>
                <a:spcPts val="16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•  JavaScript — interactivity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2286000"/>
            <a:ext cx="3520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514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5A64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017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A4C"/>
                </a:solidFill>
                <a:latin typeface="Aptos"/>
              </a:defRPr>
            </a:pPr>
            <a:r>
              <a:t>Back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65760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•  Server-side logic</a:t>
            </a:r>
          </a:p>
          <a:p>
            <a:pPr>
              <a:spcAft>
                <a:spcPts val="16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•  Data handling</a:t>
            </a:r>
          </a:p>
          <a:p>
            <a:pPr>
              <a:spcAft>
                <a:spcPts val="16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•  APIs and application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5" y="2286000"/>
            <a:ext cx="3520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5" y="2514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5A64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6215" y="30175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22A4C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365760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•  Responsive layouts</a:t>
            </a:r>
          </a:p>
          <a:p>
            <a:pPr>
              <a:spcAft>
                <a:spcPts val="16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•  Browser testing</a:t>
            </a:r>
          </a:p>
          <a:p>
            <a:pPr>
              <a:spcAft>
                <a:spcPts val="16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•  Debugging and accessibility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381"/>
                </a:solidFill>
                <a:latin typeface="Aptos"/>
              </a:defRPr>
            </a:pPr>
            <a:r>
              <a:t>WEB DEVELOPMENT INTERNSHIP  •  SAGAR CHACHONDIYA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5384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21" name="Picture 20" descr="1000168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225" y="164592"/>
            <a:ext cx="72986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A4C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283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2A4C"/>
                </a:solidFill>
                <a:latin typeface="Aptos"/>
              </a:defRPr>
            </a:pPr>
            <a:r>
              <a:t>UNIVERSITY  |  GREATER NOIDA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22860"/>
          </a:xfrm>
          <a:prstGeom prst="rect">
            <a:avLst/>
          </a:prstGeom>
          <a:solidFill>
            <a:srgbClr val="D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C"/>
                </a:solidFill>
                <a:latin typeface="Aptos"/>
              </a:defRPr>
            </a:pPr>
            <a:r>
              <a:t>Typical Internship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0078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77381"/>
                </a:solidFill>
                <a:latin typeface="Aptos"/>
              </a:defRPr>
            </a:pPr>
            <a:r>
              <a:t>A practical workflow that can guide web development tasks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057400"/>
            <a:ext cx="438912" cy="438912"/>
          </a:xfrm>
          <a:prstGeom prst="ellipse">
            <a:avLst/>
          </a:prstGeom>
          <a:solidFill>
            <a:srgbClr val="225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157984"/>
            <a:ext cx="420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75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7568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Clarify the requirement and intended user.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07208"/>
            <a:ext cx="438912" cy="438912"/>
          </a:xfrm>
          <a:prstGeom prst="ellipse">
            <a:avLst/>
          </a:prstGeom>
          <a:solidFill>
            <a:srgbClr val="225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907791"/>
            <a:ext cx="420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254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82549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Sketch the layout and identify page components.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557015"/>
            <a:ext cx="438912" cy="438912"/>
          </a:xfrm>
          <a:prstGeom prst="ellipse">
            <a:avLst/>
          </a:prstGeom>
          <a:solidFill>
            <a:srgbClr val="225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3657599"/>
            <a:ext cx="420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7530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575303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Create the structure, styling, and interactions.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306824"/>
            <a:ext cx="438912" cy="438912"/>
          </a:xfrm>
          <a:prstGeom prst="ellipse">
            <a:avLst/>
          </a:prstGeom>
          <a:solidFill>
            <a:srgbClr val="225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4407408"/>
            <a:ext cx="420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25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32511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Check responsiveness, links, and common errors.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056631"/>
            <a:ext cx="438912" cy="438912"/>
          </a:xfrm>
          <a:prstGeom prst="ellipse">
            <a:avLst/>
          </a:prstGeom>
          <a:solidFill>
            <a:srgbClr val="225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5157216"/>
            <a:ext cx="4206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749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C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07491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A"/>
                </a:solidFill>
                <a:latin typeface="Aptos"/>
              </a:defRPr>
            </a:pPr>
            <a:r>
              <a:t>Refine usability and maintain readable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381"/>
                </a:solidFill>
                <a:latin typeface="Aptos"/>
              </a:defRPr>
            </a:pPr>
            <a:r>
              <a:t>WEB DEVELOPMENT INTERNSHIP  •  SAGAR CHACHONDIYA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5384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29" name="Picture 28" descr="1000168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225" y="164592"/>
            <a:ext cx="72986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A4C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283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2A4C"/>
                </a:solidFill>
                <a:latin typeface="Aptos"/>
              </a:defRPr>
            </a:pPr>
            <a:r>
              <a:t>UNIVERSITY  |  GREATER NOIDA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22860"/>
          </a:xfrm>
          <a:prstGeom prst="rect">
            <a:avLst/>
          </a:prstGeom>
          <a:solidFill>
            <a:srgbClr val="D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C"/>
                </a:solidFill>
                <a:latin typeface="Aptos"/>
              </a:defRPr>
            </a:pPr>
            <a:r>
              <a:t>Skills to Develop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00784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77381"/>
                </a:solidFill>
                <a:latin typeface="Aptos"/>
              </a:defRPr>
            </a:pPr>
            <a:r>
              <a:t>Suggested focus areas — not listed as completed activities in the certificate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Technical: HTML, CSS, JavaScript, and browser developer tools.</a:t>
            </a:r>
          </a:p>
          <a:p>
            <a:pPr>
              <a:spcAft>
                <a:spcPts val="16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Problem-solving: break a feature into smaller, testable tasks.</a:t>
            </a:r>
          </a:p>
          <a:p>
            <a:pPr>
              <a:spcAft>
                <a:spcPts val="16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Design awareness: create clear, consistent, responsive pages.</a:t>
            </a:r>
          </a:p>
          <a:p>
            <a:pPr>
              <a:spcAft>
                <a:spcPts val="16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Professional habits: communicate progress and document changes.</a:t>
            </a:r>
          </a:p>
          <a:p>
            <a:pPr>
              <a:spcAft>
                <a:spcPts val="1600"/>
              </a:spcAft>
              <a:defRPr sz="1900">
                <a:solidFill>
                  <a:srgbClr val="232D3A"/>
                </a:solidFill>
                <a:latin typeface="Aptos"/>
              </a:defRPr>
            </a:pPr>
            <a:r>
              <a:t>•  Quality mindset: test carefully and improve from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381"/>
                </a:solidFill>
                <a:latin typeface="Aptos"/>
              </a:defRPr>
            </a:pPr>
            <a:r>
              <a:t>WEB DEVELOPMENT INTERNSHIP  •  SAGAR CHACHONDIYA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5384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10" name="Picture 9" descr="1000168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225" y="164592"/>
            <a:ext cx="72986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A4C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283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2A4C"/>
                </a:solidFill>
                <a:latin typeface="Aptos"/>
              </a:defRPr>
            </a:pPr>
            <a:r>
              <a:t>UNIVERSITY  |  GREATER NOIDA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49808"/>
            <a:ext cx="11155680" cy="22860"/>
          </a:xfrm>
          <a:prstGeom prst="rect">
            <a:avLst/>
          </a:prstGeom>
          <a:solidFill>
            <a:srgbClr val="D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C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•  Web development brings structure, design, and functionality together.</a:t>
            </a:r>
          </a:p>
          <a:p>
            <a:pPr>
              <a:spcAft>
                <a:spcPts val="16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•  A clear workflow helps turn requirements into usable web experiences.</a:t>
            </a:r>
          </a:p>
          <a:p>
            <a:pPr>
              <a:spcAft>
                <a:spcPts val="16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•  Testing and iteration are important parts of building reliable websites.</a:t>
            </a:r>
          </a:p>
          <a:p>
            <a:pPr>
              <a:spcAft>
                <a:spcPts val="1600"/>
              </a:spcAft>
              <a:defRPr sz="2000">
                <a:solidFill>
                  <a:srgbClr val="232D3A"/>
                </a:solidFill>
                <a:latin typeface="Aptos"/>
              </a:defRPr>
            </a:pPr>
            <a:r>
              <a:t>•  The provided certificate confirms completion of a Web Development internship.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77381"/>
                </a:solidFill>
                <a:latin typeface="Aptos"/>
              </a:defRPr>
            </a:pPr>
            <a:r>
              <a:t>WEB DEVELOPMENT INTERNSHIP  •  SAGAR CHACHONDIYA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5384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9" name="Picture 8" descr="1000168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225" y="164592"/>
            <a:ext cx="72986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80" y="2788920"/>
            <a:ext cx="1737360" cy="64008"/>
          </a:xfrm>
          <a:prstGeom prst="rect">
            <a:avLst/>
          </a:prstGeom>
          <a:solidFill>
            <a:srgbClr val="D5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Sagar Chachondiya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DE6F1"/>
                </a:solidFill>
                <a:latin typeface="Aptos"/>
              </a:defRPr>
            </a:pPr>
            <a:r>
              <a:t>Web Development Internship  |  31 July – 30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5D8"/>
                </a:solidFill>
                <a:latin typeface="Aptos"/>
              </a:defRPr>
            </a:pPr>
            <a:r>
              <a:t>IILM University • Greater Noida</a:t>
            </a:r>
          </a:p>
        </p:txBody>
      </p:sp>
      <p:pic>
        <p:nvPicPr>
          <p:cNvPr id="7" name="Picture 6" descr="1000168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225" y="164592"/>
            <a:ext cx="729862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